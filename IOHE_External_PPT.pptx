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3200" dirty="0"/>
              <a:t>Blockchain Forensics for Pig Butchering Scam</a:t>
            </a:r>
            <a:endParaRPr lang="en-US" sz="3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Pratham Chhetri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2210992075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Gurpreet Singh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1605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has enabled decentralized, fast, and borderless digital transactions across the world.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its rapid growth, there has been a significant rise in financial fraud and cyber scams.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common scams is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pig butchering scam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attackers build trust with victims and convince them to invest in fake crypto platforms.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anonymous nature of blockchain transactions, detecting such fraudulent activities becomes difficult.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automated and intelligent system to identify suspicious wallet activities.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C01E-8D25-01C1-D1B8-6121E818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81719A8-8700-EA06-5F25-2F8B4410BE10}"/>
              </a:ext>
            </a:extLst>
          </p:cNvPr>
          <p:cNvSpPr txBox="1"/>
          <p:nvPr/>
        </p:nvSpPr>
        <p:spPr>
          <a:xfrm>
            <a:off x="152640" y="11605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networks generate a massive volume of transaction data, making manual analysis difficult.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Wallet addresses are anonymous, which makes it challenging to identify fraudulent users.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investigation methods are time-consuming and inefficient for large-scale data.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automated techniques to accurately detect suspicious wallet behavior.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efficient and intelligent system to identify high-risk wallets involved in pig butchering scams.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42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E31B9-C855-98D3-58D7-FA70EA2C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F013C-EBE9-FB82-316A-E0D3356B906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185334"/>
            <a:ext cx="8229240" cy="439646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suspicious wallet addresses involved in pig butchering scams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blockchain forensic analysis using machine learning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wallets into low, medium, and high risk categories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and efficiency of fraud detection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transaction patterns to identify abnormal behavior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 in large-scale blockchain investigations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early detection of fraudulent activities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investigators in tracking scam-related fund flow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system for handling large transaction datasets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54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11B6-AD49-754B-885C-4A97F3F0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9AA0A-4B6B-425E-86A1-28A4AAF3038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440360"/>
            <a:ext cx="8229240" cy="397728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Ethereum transaction dataset (CSV format)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(removal of duplicates and missing values)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based on wallet transaction behavior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of Random Forest machine learning model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wallet addresses into risk categories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suspicious wallet activity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3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E0F4-E09D-29EE-D363-4945E99E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648CA-8043-BE6E-9231-C157DE41AFD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528320"/>
            <a:ext cx="8229240" cy="397728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incoming transactions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outgoing transactions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value (sent and received)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unique wallet connections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frequency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ratio (incoming vs outgoing transactions)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81025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BC1B-34FB-7C2B-146C-AF0BA27F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(Random Forest)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F2060-DF27-54FF-3822-E86A299E50C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723053"/>
            <a:ext cx="8229240" cy="397728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machine learning algorithm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decision trees for prediction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gives output and final result is based on majority voting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compared to single decision tree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accuracy and reliability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handling large and complex datasets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6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2E12-3444-EABE-6FA6-ED1ABF78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66D49-5D86-00CD-99B3-C513BF0277E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629920"/>
            <a:ext cx="8229240" cy="3977280"/>
          </a:xfrm>
        </p:spPr>
        <p:txBody>
          <a:bodyPr/>
          <a:lstStyle/>
          <a:p>
            <a:r>
              <a:rPr lang="en-US" sz="2000" dirty="0"/>
              <a:t>Model achieved accuracy of 91.4%</a:t>
            </a:r>
          </a:p>
          <a:p>
            <a:r>
              <a:rPr lang="en-US" sz="2000" dirty="0"/>
              <a:t>Precision: 89.8%, Recall: 90.6%, F1-score: 90.2%</a:t>
            </a:r>
          </a:p>
          <a:p>
            <a:r>
              <a:rPr lang="en-US" sz="2000" dirty="0"/>
              <a:t>High-risk wallets show abnormal transaction patterns</a:t>
            </a:r>
          </a:p>
          <a:p>
            <a:r>
              <a:rPr lang="en-US" sz="2000" dirty="0"/>
              <a:t>Multiple outgoing transactions indicate suspicious behavior</a:t>
            </a:r>
          </a:p>
          <a:p>
            <a:r>
              <a:rPr lang="en-US" sz="2000" dirty="0"/>
              <a:t>Large transaction values and many connections increase risk level</a:t>
            </a:r>
          </a:p>
          <a:p>
            <a:r>
              <a:rPr lang="en-US" sz="2000" dirty="0"/>
              <a:t>Model successfully classifies wallets into low, medium, and high risk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72863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AB32-6540-0BDB-5414-335EC2FA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6A43D-9CE5-F384-E620-D30610479B2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570654"/>
            <a:ext cx="8229240" cy="3977280"/>
          </a:xfrm>
        </p:spPr>
        <p:txBody>
          <a:bodyPr/>
          <a:lstStyle/>
          <a:p>
            <a:r>
              <a:rPr lang="en-US" sz="2000" dirty="0"/>
              <a:t>The proposed system effectively detects suspicious wallet addresses</a:t>
            </a:r>
          </a:p>
          <a:p>
            <a:r>
              <a:rPr lang="en-US" sz="2000" dirty="0"/>
              <a:t>Random Forest model provides high accuracy in fraud detection</a:t>
            </a:r>
          </a:p>
          <a:p>
            <a:r>
              <a:rPr lang="en-US" sz="2000" dirty="0"/>
              <a:t>Helps investigators in identifying and tracking scam-related transactions</a:t>
            </a:r>
          </a:p>
          <a:p>
            <a:r>
              <a:rPr lang="en-US" sz="2000" dirty="0"/>
              <a:t>Reduces manual effort in blockchain forensic analysis</a:t>
            </a:r>
          </a:p>
          <a:p>
            <a:r>
              <a:rPr lang="en-US" sz="2000" dirty="0"/>
              <a:t>Future work includes real-time fraud detection systems</a:t>
            </a:r>
          </a:p>
          <a:p>
            <a:r>
              <a:rPr lang="en-US" sz="2000" dirty="0"/>
              <a:t>Extension to cross-chain transaction analysis</a:t>
            </a:r>
          </a:p>
          <a:p>
            <a:r>
              <a:rPr lang="en-US" sz="2000" dirty="0"/>
              <a:t>Use of advanced models like deep learning and graph-based methods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8912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34734</TotalTime>
  <Words>541</Words>
  <Application>Microsoft Office PowerPoint</Application>
  <PresentationFormat>On-screen Show (4:3)</PresentationFormat>
  <Paragraphs>86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Objectives</vt:lpstr>
      <vt:lpstr>Methodology</vt:lpstr>
      <vt:lpstr>Feature Engineering</vt:lpstr>
      <vt:lpstr>Model (Random Forest)</vt:lpstr>
      <vt:lpstr>Results &amp; Analysis</vt:lpstr>
      <vt:lpstr>Conclusion &amp;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Pratham Chhetri</cp:lastModifiedBy>
  <cp:revision>2303</cp:revision>
  <dcterms:created xsi:type="dcterms:W3CDTF">2010-04-09T07:36:15Z</dcterms:created>
  <dcterms:modified xsi:type="dcterms:W3CDTF">2026-05-14T03:57:58Z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